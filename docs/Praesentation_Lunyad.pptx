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Lunyad\src\assets\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0" y="20116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C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Lunyad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3246120" y="3017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Backyard-Ultra Live-Dashboard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24612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FSST-Projekt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Fenkart Benedikt  ·  Sukhrukov Maksym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Idee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146304" cy="146304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82296" cy="448056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58064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C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Backyard Ultra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volle Stunde startet eine neue Runde. Wer die feste Strecke nicht rechtzeitig schafft, scheidet aus – der Letzte gewinnt.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C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App
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mehrere Strava-Livekarten gleichzeitig und rechnet automatisch Runden, Zeiten, Pace und Ausscheidungen aus – mit Info-Streifen für alle Zuschauer.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0" y="2103120"/>
            <a:ext cx="3474720" cy="3474720"/>
          </a:xfrm>
          <a:prstGeom prst="ellipse">
            <a:avLst/>
          </a:prstGeom>
          <a:solidFill>
            <a:srgbClr val="171B24"/>
          </a:solidFill>
          <a:ln w="25400">
            <a:solidFill>
              <a:srgbClr val="FC5200"/>
            </a:solidFill>
            <a:prstDash val="solid"/>
          </a:ln>
        </p:spPr>
      </p:sp>
      <p:pic>
        <p:nvPicPr>
          <p:cNvPr id="8" name="Image 0" descr="C:\Lunyad\src\assets\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88036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sieht die App aus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146304" cy="146304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4" name="Shape 2"/>
          <p:cNvSpPr/>
          <p:nvPr/>
        </p:nvSpPr>
        <p:spPr>
          <a:xfrm>
            <a:off x="2246224" y="1371600"/>
            <a:ext cx="7699248" cy="4988052"/>
          </a:xfrm>
          <a:prstGeom prst="roundRect">
            <a:avLst>
              <a:gd name="adj" fmla="val 917"/>
            </a:avLst>
          </a:prstGeom>
          <a:solidFill>
            <a:srgbClr val="171B24"/>
          </a:solidFill>
          <a:ln w="19050">
            <a:solidFill>
              <a:srgbClr val="FC5200"/>
            </a:solidFill>
            <a:prstDash val="solid"/>
          </a:ln>
        </p:spPr>
      </p:sp>
      <p:pic>
        <p:nvPicPr>
          <p:cNvPr id="5" name="Image 0" descr="C:\Lunyad\docs\screenshot-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088" y="1426464"/>
            <a:ext cx="7589520" cy="48783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Felder &amp; Backyard-Einstellungen oben, die Karten der Läufer darunter.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die App kann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146304" cy="146304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82296" cy="132588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29968"/>
            <a:ext cx="548640" cy="548640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810512"/>
            <a:ext cx="425196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 8 Strava-Livekarten gleichzeitig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136392"/>
            <a:ext cx="82296" cy="132588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3520440"/>
            <a:ext cx="548640" cy="548640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300984"/>
            <a:ext cx="425196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automatisch aus Strava auslesen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26864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626864"/>
            <a:ext cx="82296" cy="132588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" y="5010912"/>
            <a:ext cx="548640" cy="548640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5010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4791456"/>
            <a:ext cx="425196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Runden per Timer + Countdown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164592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645920"/>
            <a:ext cx="82296" cy="132588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702552" y="2029968"/>
            <a:ext cx="548640" cy="548640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1810512"/>
            <a:ext cx="425196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Pace, Rundenzeit &amp; Diagramm pro Läufer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46520" y="313639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136392"/>
            <a:ext cx="82296" cy="132588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702552" y="3520440"/>
            <a:ext cx="548640" cy="548640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27" name="Text 25"/>
          <p:cNvSpPr/>
          <p:nvPr/>
        </p:nvSpPr>
        <p:spPr>
          <a:xfrm>
            <a:off x="670255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3300984"/>
            <a:ext cx="425196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Ausgeschiedene Läufer anzeigen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46520" y="4626864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626864"/>
            <a:ext cx="82296" cy="132588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31" name="Shape 29"/>
          <p:cNvSpPr/>
          <p:nvPr/>
        </p:nvSpPr>
        <p:spPr>
          <a:xfrm>
            <a:off x="6702552" y="5010912"/>
            <a:ext cx="548640" cy="548640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32" name="Text 30"/>
          <p:cNvSpPr/>
          <p:nvPr/>
        </p:nvSpPr>
        <p:spPr>
          <a:xfrm>
            <a:off x="6702552" y="5010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06640" y="4791456"/>
            <a:ext cx="425196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Info-Streifen mit Status &amp; Fortschritt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 &amp;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207008"/>
            <a:ext cx="146304" cy="146304"/>
          </a:xfrm>
          <a:prstGeom prst="ellipse">
            <a:avLst/>
          </a:prstGeom>
          <a:solidFill>
            <a:srgbClr val="FC520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82296" cy="420624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4688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(Desktop-App)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Beacon (Daten)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Git, Claude, Cursor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6459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71B24"/>
          </a:solidFill>
          <a:ln w="12700">
            <a:solidFill>
              <a:srgbClr val="1F25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45920"/>
            <a:ext cx="82296" cy="4206240"/>
          </a:xfrm>
          <a:prstGeom prst="roundRect">
            <a:avLst>
              <a:gd name="adj" fmla="val 44444"/>
            </a:avLst>
          </a:prstGeom>
          <a:solidFill>
            <a:srgbClr val="FC5200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256032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Fenkart, Benedikt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Sukhrukov, Maksym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5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Zahlen &amp; Abschluss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72288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63728" y="2286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~2.000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3728" y="33375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 Code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52648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444088" y="2286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44088" y="33375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 renderer.js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2286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324448" y="33375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13368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204808" y="22860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204808" y="33375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Läufer gleichzeitig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Danke fürs Zuhören!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2026-06-10T07:47:17Z</dcterms:created>
  <dcterms:modified xsi:type="dcterms:W3CDTF">2026-06-10T07:47:17Z</dcterms:modified>
</cp:coreProperties>
</file>